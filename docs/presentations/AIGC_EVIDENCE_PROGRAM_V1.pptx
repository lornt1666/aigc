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419b13a4fb4851" /><Relationship Type="http://schemas.openxmlformats.org/officeDocument/2006/relationships/extended-properties" Target="/docProps/app.xml" Id="R28ade9507f6b4338" /><Relationship Type="http://schemas.openxmlformats.org/officeDocument/2006/relationships/officeDocument" Target="/ppt/presentation.xml" Id="Rf37ba0e3966743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10e93d94cb46a1"/>
  </p:sldMasterIdLst>
  <p:notesMasterIdLst>
    <p:notesMasterId xmlns:r="http://schemas.openxmlformats.org/officeDocument/2006/relationships" r:id="R855370d3a52f47d3"/>
  </p:notesMasterIdLst>
  <p:sldIdLst>
    <p:sldId xmlns:r="http://schemas.openxmlformats.org/officeDocument/2006/relationships" id="256" r:id="R02d8cde36fbc4968"/>
    <p:sldId xmlns:r="http://schemas.openxmlformats.org/officeDocument/2006/relationships" id="257" r:id="R7abc1b68647b4364"/>
    <p:sldId xmlns:r="http://schemas.openxmlformats.org/officeDocument/2006/relationships" id="258" r:id="R6da8c3f06fb84ec6"/>
    <p:sldId xmlns:r="http://schemas.openxmlformats.org/officeDocument/2006/relationships" id="259" r:id="R9ce9f9cb906e4177"/>
    <p:sldId xmlns:r="http://schemas.openxmlformats.org/officeDocument/2006/relationships" id="260" r:id="R0e07b32a709e4b80"/>
    <p:sldId xmlns:r="http://schemas.openxmlformats.org/officeDocument/2006/relationships" id="261" r:id="R8a82b6686faf42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36b4db2614160" /><Relationship Type="http://schemas.openxmlformats.org/officeDocument/2006/relationships/slideMaster" Target="/ppt/slideMasters/slideMaster1.xml" Id="R5910e93d94cb46a1" /><Relationship Type="http://schemas.openxmlformats.org/officeDocument/2006/relationships/notesMaster" Target="/ppt/notesMasters/notesMaster1.xml" Id="R855370d3a52f47d3" /><Relationship Type="http://schemas.openxmlformats.org/officeDocument/2006/relationships/presProps" Target="/ppt/presProps.xml" Id="R60a89b70139c486a" /><Relationship Type="http://schemas.openxmlformats.org/officeDocument/2006/relationships/tableStyles" Target="/ppt/tableStyles.xml" Id="R60876f92221e42f7" /><Relationship Type="http://schemas.openxmlformats.org/officeDocument/2006/relationships/slide" Target="/ppt/slides/slide1.xml" Id="R02d8cde36fbc4968" /><Relationship Type="http://schemas.openxmlformats.org/officeDocument/2006/relationships/slide" Target="/ppt/slides/slide2.xml" Id="R7abc1b68647b4364" /><Relationship Type="http://schemas.openxmlformats.org/officeDocument/2006/relationships/slide" Target="/ppt/slides/slide3.xml" Id="R6da8c3f06fb84ec6" /><Relationship Type="http://schemas.openxmlformats.org/officeDocument/2006/relationships/slide" Target="/ppt/slides/slide4.xml" Id="R9ce9f9cb906e4177" /><Relationship Type="http://schemas.openxmlformats.org/officeDocument/2006/relationships/slide" Target="/ppt/slides/slide5.xml" Id="R0e07b32a709e4b80" /><Relationship Type="http://schemas.openxmlformats.org/officeDocument/2006/relationships/slide" Target="/ppt/slides/slide6.xml" Id="R8a82b6686faf42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65a56fff58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cac0c738d446e2" /><Relationship Type="http://schemas.openxmlformats.org/officeDocument/2006/relationships/notesMaster" Target="/ppt/notesMasters/notesMaster1.xml" Id="Rd3cc538d533842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76069bf2f54c67" /><Relationship Type="http://schemas.openxmlformats.org/officeDocument/2006/relationships/notesMaster" Target="/ppt/notesMasters/notesMaster1.xml" Id="R137a95a1519947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c00af74fcd4a3b" /><Relationship Type="http://schemas.openxmlformats.org/officeDocument/2006/relationships/notesMaster" Target="/ppt/notesMasters/notesMaster1.xml" Id="R356a2ff04c974e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b05f8af8604163" /><Relationship Type="http://schemas.openxmlformats.org/officeDocument/2006/relationships/notesMaster" Target="/ppt/notesMasters/notesMaster1.xml" Id="R8ef56ecfee344c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1ab2a2560c4ac8" /><Relationship Type="http://schemas.openxmlformats.org/officeDocument/2006/relationships/notesMaster" Target="/ppt/notesMasters/notesMaster1.xml" Id="R7e3ca389048e47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00629e08624ee8" /><Relationship Type="http://schemas.openxmlformats.org/officeDocument/2006/relationships/notesMaster" Target="/ppt/notesMasters/notesMaster1.xml" Id="Rf75d016966334b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reports/artifacts/aigc_evidence_program_local_validation.json</a:t>
            </a:r>
          </a:p>
          <a:p xmlns:a="http://schemas.openxmlformats.org/drawingml/2006/main">
            <a:r>
              <a:t>- config/aigc_universal_integration_registry.v1.json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reports/artifacts/aigc_evidence_program_local_validation.json#coverage</a:t>
            </a:r>
          </a:p>
          <a:p xmlns:a="http://schemas.openxmlformats.org/drawingml/2006/main">
            <a:r>
              <a:t>- reports/artifacts/aigc_evidence_program_local_validation.json#receipt_resolved_readiness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reports/artifacts/aigc_evidence_program_local_validation.json#gates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docs/release/AIGC_EVIDENCE_PROGRAM_V1.md#evidence-classes</a:t>
            </a:r>
          </a:p>
          <a:p xmlns:a="http://schemas.openxmlformats.org/drawingml/2006/main">
            <a:r>
              <a:t>- reports/evidence_requests/aigc_external_evidence_requests.v1.json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reports/evidence_requests/aigc_external_evidence_requests.v1.json</a:t>
            </a:r>
          </a:p>
          <a:p xmlns:a="http://schemas.openxmlformats.org/drawingml/2006/main">
            <a:r>
              <a:t>- docs/release/AIGC_EVIDENCE_PROGRAM_V1.md#required-proof-still-missing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docs/release/AIGC_EVIDENCE_PROGRAM_V1.md#required-execution-order</a:t>
            </a:r>
          </a:p>
          <a:p xmlns:a="http://schemas.openxmlformats.org/drawingml/2006/main">
            <a:r>
              <a:t>- reports/artifacts/aigc_universal_readiness_local_validation.json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1e8a8e1e447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68116cd3054d50" /><Relationship Type="http://schemas.openxmlformats.org/officeDocument/2006/relationships/slideLayout" Target="/ppt/slideLayouts/slideLayout1.xml" Id="Re3404be7ed3248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404be7ed3248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bc2584f1e45db" /><Relationship Type="http://schemas.openxmlformats.org/officeDocument/2006/relationships/notesSlide" Target="/ppt/notesSlides/notesSlide1.xml" Id="R5a86b41a813c4d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449a00ef747c1" /><Relationship Type="http://schemas.openxmlformats.org/officeDocument/2006/relationships/notesSlide" Target="/ppt/notesSlides/notesSlide2.xml" Id="R5cb02e5481014e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017545ec74835" /><Relationship Type="http://schemas.openxmlformats.org/officeDocument/2006/relationships/chart" Target="/ppt/slides/charts/chart1.xml" Id="Rc312dc3dab3e424d" /><Relationship Type="http://schemas.openxmlformats.org/officeDocument/2006/relationships/notesSlide" Target="/ppt/notesSlides/notesSlide3.xml" Id="R78973822cc4144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95bf2933241d3" /><Relationship Type="http://schemas.openxmlformats.org/officeDocument/2006/relationships/notesSlide" Target="/ppt/notesSlides/notesSlide4.xml" Id="R45850345bc2242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dac488d884d89" /><Relationship Type="http://schemas.openxmlformats.org/officeDocument/2006/relationships/notesSlide" Target="/ppt/notesSlides/notesSlide5.xml" Id="Ree3daf2f58bc48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75d90e0414790" /><Relationship Type="http://schemas.openxmlformats.org/officeDocument/2006/relationships/notesSlide" Target="/ppt/notesSlides/notesSlide6.xml" Id="R6515f0cf635d4b4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Receipt-resolved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Subsystems</c:v>
              </c:pt>
              <c:pt idx="1">
                <c:v>Linux</c:v>
              </c:pt>
              <c:pt idx="2">
                <c:v>Web</c:v>
              </c:pt>
              <c:pt idx="3">
                <c:v>ChatGPT</c:v>
              </c:pt>
              <c:pt idx="4">
                <c:v>OpenAI</c:v>
              </c:pt>
              <c:pt idx="5">
                <c:v>Vertex</c:v>
              </c:pt>
              <c:pt idx="6">
                <c:v>Authorities</c:v>
              </c:pt>
            </c:strLit>
          </c:cat>
          <c:val>
            <c:numLit>
              <c:formatCode>General</c:formatCode>
              <c:ptCount val="7"/>
              <c:pt idx="0">
                <c:v>5</c:v>
              </c:pt>
              <c:pt idx="1">
                <c:v>0</c:v>
              </c:pt>
              <c:pt idx="2">
                <c:v>0</c:v>
              </c:pt>
              <c:pt idx="3">
                <c:v>3</c:v>
              </c:pt>
              <c:pt idx="4">
                <c:v>2</c:v>
              </c:pt>
              <c:pt idx="5">
                <c:v>2</c:v>
              </c:pt>
              <c:pt idx="6">
                <c:v>0</c:v>
              </c:pt>
            </c:numLit>
          </c:val>
        </c:ser>
        <c:ser>
          <c:idx val="1"/>
          <c:order val="1"/>
          <c:tx>
            <c:v>Missing</c:v>
          </c:tx>
          <c:spPr>
            <a:solidFill xmlns:a="http://schemas.openxmlformats.org/drawingml/2006/main">
              <a:srgbClr val="EDEDED"/>
            </a:solidFill>
          </c:spPr>
          <c:cat>
            <c:strLit>
              <c:ptCount val="7"/>
              <c:pt idx="0">
                <c:v>Subsystems</c:v>
              </c:pt>
              <c:pt idx="1">
                <c:v>Linux</c:v>
              </c:pt>
              <c:pt idx="2">
                <c:v>Web</c:v>
              </c:pt>
              <c:pt idx="3">
                <c:v>ChatGPT</c:v>
              </c:pt>
              <c:pt idx="4">
                <c:v>OpenAI</c:v>
              </c:pt>
              <c:pt idx="5">
                <c:v>Vertex</c:v>
              </c:pt>
              <c:pt idx="6">
                <c:v>Authorities</c:v>
              </c:pt>
            </c:str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4</c:v>
              </c:pt>
              <c:pt idx="2">
                <c:v>5</c:v>
              </c:pt>
              <c:pt idx="3">
                <c:v>2</c:v>
              </c:pt>
              <c:pt idx="4">
                <c:v>4</c:v>
              </c:pt>
              <c:pt idx="5">
                <c:v>4</c:v>
              </c:pt>
              <c:pt idx="6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4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C64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42-42">
            <a:extLst xmlns:a="http://schemas.openxmlformats.org/drawingml/2006/main">
              <a:ext uri="{FF2B5EF4-FFF2-40B4-BE49-F238E27FC236}">
                <a16:creationId xmlns:a16="http://schemas.microsoft.com/office/drawing/2014/main" id="{B7611591-11C6-4751-B42B-EDA302F9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AIGC • EVIDENCE PROGRAM V1</a:t>
            </a:r>
          </a:p>
        </p:txBody>
      </p:sp>
      <p:sp>
        <p:nvSpPr>
          <p:cNvPr id="2" name="text-42-175">
            <a:extLst xmlns:a="http://schemas.openxmlformats.org/drawingml/2006/main">
              <a:ext uri="{FF2B5EF4-FFF2-40B4-BE49-F238E27FC236}">
                <a16:creationId xmlns:a16="http://schemas.microsoft.com/office/drawing/2014/main" id="{54516766-229A-45AD-AA38-AFC8C474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Proof before</a:t>
            </a:r>
          </a:p>
          <a:p xmlns:a="http://schemas.openxmlformats.org/drawingml/2006/main">
            <a:pPr algn="l">
              <a:def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production</a:t>
            </a:r>
          </a:p>
        </p:txBody>
      </p:sp>
      <p:sp>
        <p:nvSpPr>
          <p:cNvPr id="3" name="text-42-505">
            <a:extLst xmlns:a="http://schemas.openxmlformats.org/drawingml/2006/main">
              <a:ext uri="{FF2B5EF4-FFF2-40B4-BE49-F238E27FC236}">
                <a16:creationId xmlns:a16="http://schemas.microsoft.com/office/drawing/2014/main" id="{CF8E4CE9-1A37-49F5-B474-3AEF2589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88 gates catalogued. 12 of 34 required checks are receipt-resolved. Missing trust-boundary proof remains blocked.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D7C5D-6640-45F7-9C0D-29FC1AF6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62000"/>
            <a:ext cx="1524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3145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BCF223-4788-423F-9502-A0D1D08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ledger exposes the entire proof surface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455C5D-C662-454B-9F90-3AA2AC23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text-42-125">
            <a:extLst xmlns:a="http://schemas.openxmlformats.org/drawingml/2006/main">
              <a:ext uri="{FF2B5EF4-FFF2-40B4-BE49-F238E27FC236}">
                <a16:creationId xmlns:a16="http://schemas.microsoft.com/office/drawing/2014/main" id="{D827A218-517A-48FE-9FDB-D297508A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Every number below is derived from the canonical registry and resolved evidence references—not from narrative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E018F-2B12-40C2-A84E-B8CC77A7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718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70-335">
            <a:extLst xmlns:a="http://schemas.openxmlformats.org/drawingml/2006/main">
              <a:ext uri="{FF2B5EF4-FFF2-40B4-BE49-F238E27FC236}">
                <a16:creationId xmlns:a16="http://schemas.microsoft.com/office/drawing/2014/main" id="{CBAED0E3-31D2-4615-8519-C13A783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88</a:t>
            </a:r>
          </a:p>
        </p:txBody>
      </p:sp>
      <p:sp>
        <p:nvSpPr>
          <p:cNvPr id="6" name="text-70-450">
            <a:extLst xmlns:a="http://schemas.openxmlformats.org/drawingml/2006/main">
              <a:ext uri="{FF2B5EF4-FFF2-40B4-BE49-F238E27FC236}">
                <a16:creationId xmlns:a16="http://schemas.microsoft.com/office/drawing/2014/main" id="{CD4761F3-70E1-4974-8A06-9DF7D64B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total gates</a:t>
            </a:r>
          </a:p>
        </p:txBody>
      </p:sp>
      <p:sp>
        <p:nvSpPr>
          <p:cNvPr id="7" name="text-70-512">
            <a:extLst xmlns:a="http://schemas.openxmlformats.org/drawingml/2006/main">
              <a:ext uri="{FF2B5EF4-FFF2-40B4-BE49-F238E27FC236}">
                <a16:creationId xmlns:a16="http://schemas.microsoft.com/office/drawing/2014/main" id="{842FBF75-1941-46F4-ADE3-0D48702B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Required, prerequisite, and optional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9DB1B-250D-42CA-BFE3-2B85CAF7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718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481-335">
            <a:extLst xmlns:a="http://schemas.openxmlformats.org/drawingml/2006/main">
              <a:ext uri="{FF2B5EF4-FFF2-40B4-BE49-F238E27FC236}">
                <a16:creationId xmlns:a16="http://schemas.microsoft.com/office/drawing/2014/main" id="{63E855A7-CF46-4B36-9759-D6550991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908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12 / 34</a:t>
            </a:r>
          </a:p>
        </p:txBody>
      </p:sp>
      <p:sp>
        <p:nvSpPr>
          <p:cNvPr id="10" name="text-481-450">
            <a:extLst xmlns:a="http://schemas.openxmlformats.org/drawingml/2006/main">
              <a:ext uri="{FF2B5EF4-FFF2-40B4-BE49-F238E27FC236}">
                <a16:creationId xmlns:a16="http://schemas.microsoft.com/office/drawing/2014/main" id="{5276E229-2B5C-4999-B807-2A52D340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86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required verified</a:t>
            </a:r>
          </a:p>
        </p:txBody>
      </p:sp>
      <p:sp>
        <p:nvSpPr>
          <p:cNvPr id="11" name="text-481-512">
            <a:extLst xmlns:a="http://schemas.openxmlformats.org/drawingml/2006/main">
              <a:ext uri="{FF2B5EF4-FFF2-40B4-BE49-F238E27FC236}">
                <a16:creationId xmlns:a16="http://schemas.microsoft.com/office/drawing/2014/main" id="{580F85D1-73E3-4C6C-890A-7847A0E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8768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0.352941 release-readiness 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CD4BE-4550-4858-8692-D5753571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5718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892-335">
            <a:extLst xmlns:a="http://schemas.openxmlformats.org/drawingml/2006/main">
              <a:ext uri="{FF2B5EF4-FFF2-40B4-BE49-F238E27FC236}">
                <a16:creationId xmlns:a16="http://schemas.microsoft.com/office/drawing/2014/main" id="{F81F5ABE-AFD3-44FF-9382-24630484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908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14" name="text-892-450">
            <a:extLst xmlns:a="http://schemas.openxmlformats.org/drawingml/2006/main">
              <a:ext uri="{FF2B5EF4-FFF2-40B4-BE49-F238E27FC236}">
                <a16:creationId xmlns:a16="http://schemas.microsoft.com/office/drawing/2014/main" id="{1ECD9FBD-BCCF-44A2-BA46-92946601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86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required requests</a:t>
            </a:r>
          </a:p>
        </p:txBody>
      </p:sp>
      <p:sp>
        <p:nvSpPr>
          <p:cNvPr id="15" name="text-892-512">
            <a:extLst xmlns:a="http://schemas.openxmlformats.org/drawingml/2006/main">
              <a:ext uri="{FF2B5EF4-FFF2-40B4-BE49-F238E27FC236}">
                <a16:creationId xmlns:a16="http://schemas.microsoft.com/office/drawing/2014/main" id="{D7900B48-010A-42FF-8348-FA66462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768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22 counted gaps + 2 release prerequisites</a:t>
            </a:r>
          </a:p>
        </p:txBody>
      </p:sp>
    </p:spTree>
    <p:extLst>
      <p:ext uri="{BB962C8B-B14F-4D97-AF65-F5344CB8AC3E}">
        <p14:creationId xmlns:p14="http://schemas.microsoft.com/office/powerpoint/2010/main" val="2074590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1B4155-9F85-4957-8F9B-7C247C6F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Most remaining proof sits beyond the local repository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02E286-E036-40D9-B745-24C44527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76200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12dc3dab3e424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3DB4F-BAF5-4044-BF98-41865B5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192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925-194">
            <a:extLst xmlns:a="http://schemas.openxmlformats.org/drawingml/2006/main">
              <a:ext uri="{FF2B5EF4-FFF2-40B4-BE49-F238E27FC236}">
                <a16:creationId xmlns:a16="http://schemas.microsoft.com/office/drawing/2014/main" id="{A860CD2A-0C0D-4B9C-8DF6-1D95F99F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478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text-925-276">
            <a:extLst xmlns:a="http://schemas.openxmlformats.org/drawingml/2006/main">
              <a:ext uri="{FF2B5EF4-FFF2-40B4-BE49-F238E27FC236}">
                <a16:creationId xmlns:a16="http://schemas.microsoft.com/office/drawing/2014/main" id="{306FD3AB-C5FC-4A29-BE70-31A32E9F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289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proof points resolve</a:t>
            </a:r>
          </a:p>
        </p:txBody>
      </p:sp>
      <p:sp>
        <p:nvSpPr>
          <p:cNvPr id="7" name="text-895-420">
            <a:extLst xmlns:a="http://schemas.openxmlformats.org/drawingml/2006/main">
              <a:ext uri="{FF2B5EF4-FFF2-40B4-BE49-F238E27FC236}">
                <a16:creationId xmlns:a16="http://schemas.microsoft.com/office/drawing/2014/main" id="{85C18E24-00DA-49FB-A24F-3A9FE5AC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005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All provider identity, deployment, host, and production authority evidence is still absent.</a:t>
            </a:r>
          </a:p>
        </p:txBody>
      </p:sp>
    </p:spTree>
    <p:extLst>
      <p:ext uri="{BB962C8B-B14F-4D97-AF65-F5344CB8AC3E}">
        <p14:creationId xmlns:p14="http://schemas.microsoft.com/office/powerpoint/2010/main" val="2288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D672BE-ADAA-40E6-B526-EEA5B2B4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production claim needs four independent proof layers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6D0D00-2C69-4545-AB88-06145A0C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2638425" y="32385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5524500" y="32385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8410575" y="32385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714EC-A32A-4DE6-A1AA-FC253A08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4765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6-250">
            <a:extLst xmlns:a="http://schemas.openxmlformats.org/drawingml/2006/main">
              <a:ext uri="{FF2B5EF4-FFF2-40B4-BE49-F238E27FC236}">
                <a16:creationId xmlns:a16="http://schemas.microsoft.com/office/drawing/2014/main" id="{071930EE-0BEE-4061-A124-57D03C2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text-66-330">
            <a:extLst xmlns:a="http://schemas.openxmlformats.org/drawingml/2006/main">
              <a:ext uri="{FF2B5EF4-FFF2-40B4-BE49-F238E27FC236}">
                <a16:creationId xmlns:a16="http://schemas.microsoft.com/office/drawing/2014/main" id="{1F0E9DF1-82A8-49A2-B478-0603D694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contract</a:t>
            </a:r>
          </a:p>
        </p:txBody>
      </p:sp>
      <p:sp>
        <p:nvSpPr>
          <p:cNvPr id="9" name="text-66-405">
            <a:extLst xmlns:a="http://schemas.openxmlformats.org/drawingml/2006/main">
              <a:ext uri="{FF2B5EF4-FFF2-40B4-BE49-F238E27FC236}">
                <a16:creationId xmlns:a16="http://schemas.microsoft.com/office/drawing/2014/main" id="{96FCF845-485F-471B-9C01-4D6CA3C4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Schemas, deterministic tests, fail-closed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D8F22-52CB-4E06-85AB-5DE7C1A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4765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69-250">
            <a:extLst xmlns:a="http://schemas.openxmlformats.org/drawingml/2006/main">
              <a:ext uri="{FF2B5EF4-FFF2-40B4-BE49-F238E27FC236}">
                <a16:creationId xmlns:a16="http://schemas.microsoft.com/office/drawing/2014/main" id="{F955CDEE-518A-4861-887A-6D2468E7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81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text-369-330">
            <a:extLst xmlns:a="http://schemas.openxmlformats.org/drawingml/2006/main">
              <a:ext uri="{FF2B5EF4-FFF2-40B4-BE49-F238E27FC236}">
                <a16:creationId xmlns:a16="http://schemas.microsoft.com/office/drawing/2014/main" id="{246F71DE-9149-477B-AAE0-C7275804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432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release</a:t>
            </a:r>
          </a:p>
        </p:txBody>
      </p:sp>
      <p:sp>
        <p:nvSpPr>
          <p:cNvPr id="13" name="text-369-405">
            <a:extLst xmlns:a="http://schemas.openxmlformats.org/drawingml/2006/main">
              <a:ext uri="{FF2B5EF4-FFF2-40B4-BE49-F238E27FC236}">
                <a16:creationId xmlns:a16="http://schemas.microsoft.com/office/drawing/2014/main" id="{4BA091BF-A06A-4E03-B83B-4687753E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8576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CI, immutable digest, SBOM, deployment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A3308-DDA7-4A02-84FB-4ADA9E9D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4765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72-250">
            <a:extLst xmlns:a="http://schemas.openxmlformats.org/drawingml/2006/main">
              <a:ext uri="{FF2B5EF4-FFF2-40B4-BE49-F238E27FC236}">
                <a16:creationId xmlns:a16="http://schemas.microsoft.com/office/drawing/2014/main" id="{1D490F4C-055C-497B-B530-8BB41E2A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text-672-330">
            <a:extLst xmlns:a="http://schemas.openxmlformats.org/drawingml/2006/main">
              <a:ext uri="{FF2B5EF4-FFF2-40B4-BE49-F238E27FC236}">
                <a16:creationId xmlns:a16="http://schemas.microsoft.com/office/drawing/2014/main" id="{90F4C5FB-671D-44E5-8EB7-697BDAFB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External boundary</a:t>
            </a:r>
          </a:p>
        </p:txBody>
      </p:sp>
      <p:sp>
        <p:nvSpPr>
          <p:cNvPr id="17" name="text-672-405">
            <a:extLst xmlns:a="http://schemas.openxmlformats.org/drawingml/2006/main">
              <a:ext uri="{FF2B5EF4-FFF2-40B4-BE49-F238E27FC236}">
                <a16:creationId xmlns:a16="http://schemas.microsoft.com/office/drawing/2014/main" id="{B38BFFD7-D51A-4189-B5B3-45F36F6F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Host/provider/device canary and recovery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2B9FC-6AA9-4C0A-888E-EE25FBAA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90750"/>
            <a:ext cx="24765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975-250">
            <a:extLst xmlns:a="http://schemas.openxmlformats.org/drawingml/2006/main">
              <a:ext uri="{FF2B5EF4-FFF2-40B4-BE49-F238E27FC236}">
                <a16:creationId xmlns:a16="http://schemas.microsoft.com/office/drawing/2014/main" id="{31BFFDEE-A753-44F7-AD51-B8C8DF11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text-975-330">
            <a:extLst xmlns:a="http://schemas.openxmlformats.org/drawingml/2006/main">
              <a:ext uri="{FF2B5EF4-FFF2-40B4-BE49-F238E27FC236}">
                <a16:creationId xmlns:a16="http://schemas.microsoft.com/office/drawing/2014/main" id="{15F932D3-59A2-417E-A890-99040213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Authority + receipt</a:t>
            </a:r>
          </a:p>
        </p:txBody>
      </p:sp>
      <p:sp>
        <p:nvSpPr>
          <p:cNvPr id="21" name="text-975-405">
            <a:extLst xmlns:a="http://schemas.openxmlformats.org/drawingml/2006/main">
              <a:ext uri="{FF2B5EF4-FFF2-40B4-BE49-F238E27FC236}">
                <a16:creationId xmlns:a16="http://schemas.microsoft.com/office/drawing/2014/main" id="{FAC7973A-0421-4CF7-9C20-9608562B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576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Bound grant, one-use action, reconciliation</a:t>
            </a:r>
          </a:p>
        </p:txBody>
      </p:sp>
      <p:sp>
        <p:nvSpPr>
          <p:cNvPr id="22" name="text-42-560">
            <a:extLst xmlns:a="http://schemas.openxmlformats.org/drawingml/2006/main">
              <a:ext uri="{FF2B5EF4-FFF2-40B4-BE49-F238E27FC236}">
                <a16:creationId xmlns:a16="http://schemas.microsoft.com/office/drawing/2014/main" id="{4EE099F9-84B5-4A54-B88C-42A9FD97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layer substitutes for the next. Code cannot self-authorize; authority cannot prove execution.</a:t>
            </a:r>
          </a:p>
        </p:txBody>
      </p:sp>
    </p:spTree>
    <p:extLst>
      <p:ext uri="{BB962C8B-B14F-4D97-AF65-F5344CB8AC3E}">
        <p14:creationId xmlns:p14="http://schemas.microsoft.com/office/powerpoint/2010/main" val="1206163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83E81A-06DD-4697-A450-F0C0854D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Twenty-four required packets close the release proof gap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B1B416-9597-4959-915B-DAB10E29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text-42-116">
            <a:extLst xmlns:a="http://schemas.openxmlformats.org/drawingml/2006/main">
              <a:ext uri="{FF2B5EF4-FFF2-40B4-BE49-F238E27FC236}">
                <a16:creationId xmlns:a16="http://schemas.microsoft.com/office/drawing/2014/main" id="{2C9438FC-5BB2-4D6D-A2DC-86F11528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Each packet names acceptance criteria, authority, secret handling, idempotency, retry, rollback, and reconciliation.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82375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2381250"/>
                <a:gridCol w="6143625"/>
              </a:tblGrid>
              <a:tr h="55108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Trust boundary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checks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Producer / verifier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 + Linux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+ 2 prerequisites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GitHub, registry, deploy + recovery harness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Web origin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Host, browser, a11y, header, telemetry probes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ChatGPT host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Confirmed-write sandbox + host validation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OpenAI connector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 identity + canary + recovery receipt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Vertex connector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 identity + canary + recovery receipt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Production authority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Authenticated cloud, traffic, activation owners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018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2-42">
            <a:extLst xmlns:a="http://schemas.openxmlformats.org/drawingml/2006/main">
              <a:ext uri="{FF2B5EF4-FFF2-40B4-BE49-F238E27FC236}">
                <a16:creationId xmlns:a16="http://schemas.microsoft.com/office/drawing/2014/main" id="{1FA0B92D-1C85-47D5-959E-206E28DD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NEXT PROOF</a:t>
            </a:r>
          </a:p>
        </p:txBody>
      </p:sp>
      <p:sp>
        <p:nvSpPr>
          <p:cNvPr id="2" name="text-42-150">
            <a:extLst xmlns:a="http://schemas.openxmlformats.org/drawingml/2006/main">
              <a:ext uri="{FF2B5EF4-FFF2-40B4-BE49-F238E27FC236}">
                <a16:creationId xmlns:a16="http://schemas.microsoft.com/office/drawing/2014/main" id="{B8298FBC-63F4-42BE-AA38-392063D7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with exact-head CI</a:t>
            </a:r>
          </a:p>
        </p:txBody>
      </p:sp>
      <p:sp>
        <p:nvSpPr>
          <p:cNvPr id="3" name="text-42-330">
            <a:extLst xmlns:a="http://schemas.openxmlformats.org/drawingml/2006/main">
              <a:ext uri="{FF2B5EF4-FFF2-40B4-BE49-F238E27FC236}">
                <a16:creationId xmlns:a16="http://schemas.microsoft.com/office/drawing/2014/main" id="{31A9C061-7AA8-4637-9D5D-DF9B8AFB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  Clear the GitHub Actions billing/spending blocker.</a:t>
            </a:r>
          </a:p>
        </p:txBody>
      </p:sp>
      <p:sp>
        <p:nvSpPr>
          <p:cNvPr id="4" name="text-42-410">
            <a:extLst xmlns:a="http://schemas.openxmlformats.org/drawingml/2006/main">
              <a:ext uri="{FF2B5EF4-FFF2-40B4-BE49-F238E27FC236}">
                <a16:creationId xmlns:a16="http://schemas.microsoft.com/office/drawing/2014/main" id="{9E4DB1A8-BC75-4866-AB7B-6B7C8DE7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Rerun the final candidate and retain immutable run artifacts.</a:t>
            </a:r>
          </a:p>
        </p:txBody>
      </p:sp>
      <p:sp>
        <p:nvSpPr>
          <p:cNvPr id="5" name="text-42-490">
            <a:extLst xmlns:a="http://schemas.openxmlformats.org/drawingml/2006/main">
              <a:ext uri="{FF2B5EF4-FFF2-40B4-BE49-F238E27FC236}">
                <a16:creationId xmlns:a16="http://schemas.microsoft.com/office/drawing/2014/main" id="{F567195C-3C37-432A-841B-4C0870F0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Bind deploy, provider, host, recovery, and authority receipts to that same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73657-60F4-4842-B239-435D2389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81125"/>
            <a:ext cx="666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0480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2026-08-14T09:39:48.2020000Z</dcterms:created>
  <dcterms:modified xsi:type="dcterms:W3CDTF">2026-08-14T09:39:48.2020000Z</dcterms:modified>
</coreProperties>
</file>